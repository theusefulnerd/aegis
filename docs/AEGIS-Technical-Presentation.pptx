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242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13 / 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2 /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 /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8 / 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/ 6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/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 rule-relevant setting and no vendor default, unreadable, or AI-only evidence on a CAT I control;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adversarial review got false PASSes from mixed VTY lines, banner text and an unapplied ACL: all closed, each a regression test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counted as redacted while the key stayed; FortiOS, Junos and PAN-OS secret shapes added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pfSense rule that BLOCKS telnet read as telnet enabled; rules are now reassembled into one ACL line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 (false PASS or FAIL) of 73 labelled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73/73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checks decided and correct, AI off or on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configs, 5 vendors; enforced in CI. Classifier golden set: 95.8% precision.</a:t>
            </a:r>
            <a:endParaRPr lang="en-US" sz="950" dirty="0"/>
          </a:p>
        </p:txBody>
      </p:sp>
      <p:pic>
        <p:nvPicPr>
          <p:cNvPr id="21" name="Image 2" descr="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rules; fail-closed, per-list ACL engine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vendors as data (Juniper, FortiGate: no code)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PDF: integrity panel, evidence per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tests + CI incl. verdict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(e.g.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beyond Cisco IOS; per-interface CDP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rule authoring from benchmark PDFs (human-confirmed)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labelled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2026-09-27T09:11:00Z</dcterms:created>
  <dcterms:modified xsi:type="dcterms:W3CDTF">2026-09-27T09:11:00Z</dcterms:modified>
</cp:coreProperties>
</file>