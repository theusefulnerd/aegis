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phases. The AI only suggests (phase 3); every unsure or blocked line goes to a reviewer (phase 4); verdicts come only from deterministic rules (phase 5); every finding records how it was decided (phase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resolution path for every vendor: a lookup against one knowledge base. A vendor is a data file (Juniper and FortiGate were added with no code); unseen syntax is asked of a human once, then recognized instantly on every future device.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295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families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· pfSense · SONiC · Junos · FortiOS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suggests, humans decide, rules judge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C:\Users\ADVAIT\SAVECODE\sih\documents\tech-deck\assets\architecture-phas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11183112" cy="512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live, and against ground truth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02920"/>
                <a:gridCol w="1143000"/>
                <a:gridCol w="1188720"/>
                <a:gridCol w="640080"/>
                <a:gridCol w="731520"/>
                <a:gridCol w="10058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(before)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 s (640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/ 13 / 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11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 s (284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2 /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 / 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 s (713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8 / 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 (387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21 / 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 (unknown)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(120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s (505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2 / 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/ 6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· Juniper SRX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· FortiGate 60F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/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014216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run 2026-09-27 in the documented demo order (04 and 06 come after the review step, so their taught line is instant). Instant = knowledge-base or human-taught pattern, no AI. AI = accepted AI suggestion. Human = sent to review. Unknown = no rule-relevant setting and no vendor default, unreadable, or AI-only evidence (which never passes); never assumed to pass. Before = one-call-per-line build.</a:t>
            </a:r>
            <a:endParaRPr lang="en-US" sz="95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caught: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mixed VTY lines, banner text and an unapplied ACL gave false PASSes: all closed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7 more (interface QoS read as control-plane protection, an object-group ACL line dropped): all closed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runs: console exec-timeout failed the VTY rule; the AI read an SNMP trap target as syslog: fixed, AI never passes alone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run: a cipher check compared 'SHA1' to 'sha1' case-sensitively (a false PASS): fixed, now labelled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vs. hand-labelled ground truth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verdicts: 73/73 labelled, 41/41 held-out decided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33/35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first run; labels committed first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52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lines that reach the AI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Held-out: 7 unseen public configs; 41/41 on the current build, AI off and live; 15 left unknown. Both sets in CI.</a:t>
            </a:r>
            <a:endParaRPr lang="en-US" sz="950" dirty="0"/>
          </a:p>
        </p:txBody>
      </p:sp>
      <p:pic>
        <p:nvPicPr>
          <p:cNvPr id="21" name="Image 2" descr="C:\Users\ADVAIT\SAVECODE\sih\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CLI, block CLI, XML, JSON; bulk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13-type redaction + injection gate before AI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3, type-validated; offline modes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verified, hash-chained decisions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 + 96 DISA STIG (101 of 267 automated)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 releases imported; updates detected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reports (Ed25519) + SARIF CLI for CI/CD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 tests + CI incl. held-out ground truth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linking by name (e.g. AAA method lists)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defaults beyond Cisco, Junos, FortiOS; per-interface CDP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UI and roles (reviewer tokens exist)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local model (Ollama) on the ground truth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more of the 166 manual STIG rules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held-out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github.com/TheUsefulNerd/aegis/blob/main/docs/AEGIS-demo.mp4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2026-09-28T02:15:54Z</dcterms:created>
  <dcterms:modified xsi:type="dcterms:W3CDTF">2026-09-28T02:15:54Z</dcterms:modified>
</cp:coreProperties>
</file>